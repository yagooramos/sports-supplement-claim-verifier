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109728" cy="3200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Sports Supplement
Claim 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FC3F7"/>
                </a:solidFill>
                <a:latin typeface="Calibri"/>
              </a:rPr>
              <a:t>A Conservative, Auditable Baseline for Verifying Supplement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BD5E1"/>
                </a:solidFill>
                <a:latin typeface="Calibri"/>
              </a:rPr>
              <a:t>Intelligent Systems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Verify Supplement Claims?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Supplement marketing is full of vague or overstated claims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79"/>
            <a:ext cx="50292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6974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"Guaranteed results", "extreme energy", "always works"
— with no conditions stated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Consumers have no easy way to check
whether a claim is backed by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234440"/>
            <a:ext cx="4937760" cy="5029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1234440"/>
            <a:ext cx="4937760" cy="91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1417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C3F7"/>
                </a:solidFill>
                <a:latin typeface="Calibri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 transparent, rule-based system
that gives a clear, auditable verdict
for any sports supplement claim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Three-Layer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3383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38328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98448"/>
            <a:ext cx="45720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744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44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Maps raw claim text into a structured schema:
ingredient · claim_type · outcome_target
Domain rules stored in JSON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1089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2744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383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383280" cy="6400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298448"/>
            <a:ext cx="45720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744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344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BM25 lexical search over the annotated evidence corpus
Returns top-5 candidate fragments ranked by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31089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2744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234440"/>
            <a:ext cx="33832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1234440"/>
            <a:ext cx="3383280" cy="64008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298448"/>
            <a:ext cx="45720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744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3441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202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65176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Deterministic rules evaluate:
scope · coverage · dose conditions
marketing language
Produces a conservative, traceable verdict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600760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FC3F7"/>
                </a:solidFill>
                <a:latin typeface="Calibri"/>
              </a:rPr>
              <a:t>Key design principle:  No black box — every decision is traceable and auditable.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Canonical Corpus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10 Supplement–Claim Pairs In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9144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920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Creatine monohydrate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  <a:latin typeface="Calibri"/>
              </a:rPr>
              <a:t>Strength · Power · Lean mass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9144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651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Caffeine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  <a:latin typeface="Calibri"/>
              </a:rPr>
              <a:t>Energy/fatigue reduction · Endurance performance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9144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3832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Beta-alanine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  <a:latin typeface="Calibri"/>
              </a:rPr>
              <a:t>Exercise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9144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Whey protein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  <a:latin typeface="Calibri"/>
              </a:rPr>
              <a:t>Recovery · Lean 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37760"/>
            <a:ext cx="9144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4846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BCAA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66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  <a:latin typeface="Calibri"/>
              </a:rPr>
              <a:t>Muscle soreness recovery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69279"/>
            <a:ext cx="91440" cy="457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5577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L-carnitine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97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  <a:latin typeface="Calibri"/>
              </a:rPr>
              <a:t>Fat mass reduction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2801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280160"/>
            <a:ext cx="548640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C3F7"/>
                </a:solidFill>
                <a:latin typeface="Calibri"/>
              </a:rPr>
              <a:t>Data 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920240"/>
            <a:ext cx="2651760" cy="27432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9385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ourier New"/>
              </a:rPr>
              <a:t>lexicon.csv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2311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Surface forms → canonical ingredient/claim mapping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697480"/>
            <a:ext cx="2651760" cy="27432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27157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ourier New"/>
              </a:rPr>
              <a:t>matrix_scope.csv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00837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10 in-scope supplement–claim–outcome tuples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474720"/>
            <a:ext cx="2651760" cy="27432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3493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ourier New"/>
              </a:rPr>
              <a:t>evidence_fragments.csv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785615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Annotated fragments with support strength,
dose context, and conditions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51960"/>
            <a:ext cx="2651760" cy="27432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270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ourier New"/>
              </a:rPr>
              <a:t>retrieval_eval_queries.csv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628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Retrieval benchmark queries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029200"/>
            <a:ext cx="2651760" cy="27432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50474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ourier New"/>
              </a:rPr>
              <a:t>reasoning_eval_cases.csv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400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Reasoning benchmark cases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806440"/>
            <a:ext cx="2651760" cy="27432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5824727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ourier New"/>
              </a:rPr>
              <a:t>claim_parser_rules.json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1173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Domain rules for the claim parser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Five Possible Verdicts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11430000" cy="84124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2984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6534"/>
                </a:solidFill>
                <a:latin typeface="Calibri"/>
              </a:rPr>
              <a:t>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Direct strong evidence found in the corpus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03704"/>
            <a:ext cx="11430000" cy="84124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1343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677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2400E"/>
                </a:solidFill>
                <a:latin typeface="Calibri"/>
              </a:rPr>
              <a:t>Partially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1518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Evidence exists but is partial or indirect; important conditions apply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72968"/>
            <a:ext cx="11430000" cy="841248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282696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369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1B1B"/>
                </a:solidFill>
                <a:latin typeface="Calibri"/>
              </a:rPr>
              <a:t>Potentially Misleading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8444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Claim overstates evidence or omits a critical dose/duration 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42232"/>
            <a:ext cx="11430000" cy="841248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062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Insufficient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53712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Supplement and claim type are in scope but corpus coverage is too limited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11496"/>
            <a:ext cx="11430000" cy="841248"/>
          </a:xfrm>
          <a:prstGeom prst="rect">
            <a:avLst/>
          </a:prstGeom>
          <a:solidFill>
            <a:srgbClr val="FAF5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221224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7550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0764"/>
                </a:solidFill>
                <a:latin typeface="Calibri"/>
              </a:rPr>
              <a:t>Outside Scope / Not Parseable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522976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Ingredient or claim type is not covered in the current 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19963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  <a:latin typeface="Calibri"/>
              </a:rPr>
              <a:t>"Creatine guarantees strength for everyone"  →  🚫 Potentially Misleading          "Creatine increases strength during training"  →  ✅ Supported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Streamlit Interface — What the User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9436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Calibri"/>
              </a:rPr>
              <a:t>🗂️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Sidebar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45919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Corpus coverage table (10 rows, fragment count per entry) + 'How it works' collapsible 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22576"/>
            <a:ext cx="59436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68296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22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Example Selector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88336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Claims pre-grouped by expected verdict (Backed · Partially Backed · Potentially Misleading · Out-of-scope)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64991"/>
            <a:ext cx="59436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410711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Calibri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649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Free-text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3075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User can type any claim; the system handles it gracefully even for out-of-scope inputs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07408"/>
            <a:ext cx="59436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453128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Calibri"/>
              </a:rPr>
              <a:t>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31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Verdict banner → reason code → scope/coverage status → parsed claim JSON → retrieved evidence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449823"/>
            <a:ext cx="594360" cy="5943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5495543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Calibri"/>
              </a:rPr>
              <a:t>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4982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Full 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815583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Every step of the pipeline is visible on screen — nothing is hidden in the 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FC3F7"/>
                </a:solidFill>
                <a:latin typeface="Courier New"/>
              </a:rPr>
              <a:t>Run with:  streamlit run app.py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Academic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30352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0352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Speech &amp; Natural Language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91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29968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Claim parsing and schema alignment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07792"/>
            <a:ext cx="91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834640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Text normalization and lexical matching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12464"/>
            <a:ext cx="91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63931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BM25 retrieval over a curated evidence corpus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17136"/>
            <a:ext cx="91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4443984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Explicit preprocessing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21808"/>
            <a:ext cx="9144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24865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Auditable schema mapping
(ingredient, claim_type, outcome_target)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5577840" cy="4983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5577840" cy="64008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3441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Intelligent Systems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103120"/>
            <a:ext cx="91440" cy="4572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202996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Explicit knowledge representation
(matrix scope table)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07792"/>
            <a:ext cx="91440" cy="4572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283464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Rule-based deterministic reasoning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12464"/>
            <a:ext cx="91440" cy="4572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63931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Conservative handling of uncertainty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17136"/>
            <a:ext cx="91440" cy="4572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444398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Traceable verdict codes and explanation fields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321808"/>
            <a:ext cx="91440" cy="457200"/>
          </a:xfrm>
          <a:prstGeom prst="rect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524865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74151"/>
                </a:solidFill>
                <a:latin typeface="Calibri"/>
              </a:rPr>
              <a:t>Scope and coverage checks before any verdict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373368"/>
            <a:ext cx="11430000" cy="4846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391656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2400E"/>
                </a:solidFill>
                <a:latin typeface="Calibri"/>
              </a:rPr>
              <a:t>Advanced ML is intentionally postponed — this baseline is the interpretable reference that future ML work can improve 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We Go From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474720" cy="3474720"/>
          </a:xfrm>
          <a:prstGeom prst="rect">
            <a:avLst/>
          </a:prstGeom>
          <a:solidFill>
            <a:srgbClr val="243560"/>
          </a:solidFill>
          <a:ln w="63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744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Benchmark Inspection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Run retrieval and reasoning evals across all 10 matrix entries to quantify baseline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474720" cy="3474720"/>
          </a:xfrm>
          <a:prstGeom prst="rect">
            <a:avLst/>
          </a:prstGeom>
          <a:solidFill>
            <a:srgbClr val="243560"/>
          </a:solidFill>
          <a:ln w="63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48640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744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933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Corpus 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060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Add evidence fragments for BCAA and L-carnitine, which currently have coverage gaps in the corpus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474720" cy="3474720"/>
          </a:xfrm>
          <a:prstGeom prst="rect">
            <a:avLst/>
          </a:prstGeom>
          <a:solidFill>
            <a:srgbClr val="243560"/>
          </a:solidFill>
          <a:ln w="63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325880"/>
            <a:ext cx="548640" cy="5486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74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9933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ML 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6060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Introduce semantic retrieval or neural reranking as a future layer on top of this interpretable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11430000" cy="1234440"/>
          </a:xfrm>
          <a:prstGeom prst="rect">
            <a:avLst/>
          </a:prstGeom>
          <a:solidFill>
            <a:srgbClr val="243560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91440" cy="123444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"A verifier that shows its work — every decision is structured, conservative, and auditable."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4243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FC3F7"/>
                </a:solidFill>
                <a:latin typeface="Courier New"/>
              </a:rPr>
              <a:t>streamlit run app.py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4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BD5E1"/>
                </a:solidFill>
                <a:latin typeface="Calibri"/>
              </a:rPr>
              <a:t>Sports Supplement Claim Verifier  ·  Intelligent Systems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693</Words>
  <Application>Microsoft Office PowerPoint</Application>
  <PresentationFormat>Panorámica</PresentationFormat>
  <Paragraphs>116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Yago</cp:lastModifiedBy>
  <cp:revision>2</cp:revision>
  <dcterms:created xsi:type="dcterms:W3CDTF">2013-01-27T09:14:16Z</dcterms:created>
  <dcterms:modified xsi:type="dcterms:W3CDTF">2026-04-17T12:51:54Z</dcterms:modified>
  <cp:category/>
</cp:coreProperties>
</file>